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photoAlbum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9F1F6-2424-7591-90AC-A233EC008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45A61A-0F69-98B0-1CB1-EB7B89819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B9BC66-F17D-04A8-1774-4B1B4554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CA6BC-C431-DC25-5DA9-0D9E9200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128C33-4080-D040-B1C9-B1201CE6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583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158C9-DBAF-6700-70B0-6718D9AA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83DA24-F0BB-980C-9041-AA362AECD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29F2E9-7CAB-69EA-5D82-4E9411FD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763AEF-39AF-E524-CECD-BE45219F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AF6DDE-A1E8-9777-C861-57CE6D6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249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4D3C5-7806-0A05-12AE-181113F2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1A9D4E-87EC-4EA1-D787-1B7C2C543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3C40B7-9EAF-C020-A62E-88122000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66881B-E122-BB4F-7B14-2686481A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BAC5C8-FFB9-D463-91F5-ACEF85D8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442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8ADC3-05E1-E5D0-C5EF-7F060ABB5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7315BB-BC02-C5CA-E7DC-CE4506839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2832BC-CE5E-75F2-EF3C-CB4D0125D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5992E5-7808-4F3B-A56F-DB63F77F4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FFF88C-7F31-25C0-7369-10B97B0C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D9A078-CD6F-A21B-89B8-37F65407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204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3997A-6FB0-C04C-7775-51C97A86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E7587C-3757-D891-C353-CB1D7A147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F92F16-9339-04D1-C8A9-D869E1336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0AB81D9-7B89-C26A-CB47-BEDE188720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6A2F94-ADB2-B162-50DD-D68C4BC77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0B533B-B902-F049-1B49-7B0B938F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B78566-72DF-57B3-1562-A6E9693B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434349-1524-B36B-2BCA-31EAB4420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9286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4FC34-8B05-EC70-6D26-B7F80CAE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4F49AD0-B2E5-D6D0-018B-B53166B7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D6F23D-A144-C461-BB49-3ECDC52A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CED8A6-8A42-BBBB-D4DD-814666BD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457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F48BD6-545D-17DD-5763-A9D9B0F9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4CFF69-92F1-EB5C-6C0B-2F47AF43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1FF84D-E236-8962-D9E7-53BE64E45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640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24B28-749E-833C-29BB-C35A5D3B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876000-5C89-50CF-212D-D4ED27947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B1212E-1253-7D21-4DFE-A7AE9EFCE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CBCBC6-B673-8CEC-1EE7-A1698885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697BE6-276A-8963-8007-BA25C148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F9B79E-1EC3-9DCA-BB3F-7F74CD9C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460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2CCFB-2DB3-F47E-49A6-FE8A6647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0C26CE-1344-8361-F127-3DF83341E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A2E491-1199-24CB-69F9-7811756D8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438EDB-ACC1-F681-6417-3C8506BF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4BE9D7-CD9C-3893-5E3B-0C651392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5FC147-D511-D76F-31F0-24CE38CE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777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3C1DC-08B4-A90C-EEE8-7D7689C0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CE6C33-A16C-3683-F6BF-B260D5A7A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BA91EF-81B7-F6F9-3DAA-6BA3D315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4708D9-9E15-4260-CE98-57C970B2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05FB87-00D9-2EB4-2E45-328A00BF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503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A4C584-CD1B-00B3-D503-69094E0F7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C0CF81-D3E7-0B46-A772-7B653AA72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7238A0-ED0E-DD00-8896-EF3836F6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784DC8-3DAA-3447-EB70-1CDDC504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62B0E7-2E69-85F5-D1B9-E8575AB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120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99191B0-583C-B6BB-B5DB-9CF5D226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D0DD9E-A353-67B0-C492-5F5A93B97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6E897D-E0C5-E046-1D58-D2536B73F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BBA19-0BA3-4A05-88D1-AB288AD9BEA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BFD42-C7C0-9240-B73A-1384A44D5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8AA094-5602-35F9-EC2C-F4DDBCE01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FA8CF-3625-4216-8C33-16C9EC386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22558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4" descr="active-image">
            <a:extLst>
              <a:ext uri="{FF2B5EF4-FFF2-40B4-BE49-F238E27FC236}">
                <a16:creationId xmlns:a16="http://schemas.microsoft.com/office/drawing/2014/main" id="{875DC91D-7F7B-C289-53BF-DF8F53C4C1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0723" y="3276599"/>
            <a:ext cx="2187677" cy="218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9" name="Imagen 18" descr="Captura de pantalla 2026-03-05 124806">
            <a:extLst>
              <a:ext uri="{FF2B5EF4-FFF2-40B4-BE49-F238E27FC236}">
                <a16:creationId xmlns:a16="http://schemas.microsoft.com/office/drawing/2014/main" id="{E416E7B4-EF09-C1E4-5746-7CA276C6FB8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825"/>
          </a:xfrm>
          <a:prstGeom prst="rect">
            <a:avLst/>
          </a:prstGeom>
        </p:spPr>
      </p:pic>
      <p:pic>
        <p:nvPicPr>
          <p:cNvPr id="4" name="Imagen 3" descr="Captura de pantalla 2026-03-05 124806">
            <a:extLst>
              <a:ext uri="{FF2B5EF4-FFF2-40B4-BE49-F238E27FC236}">
                <a16:creationId xmlns:a16="http://schemas.microsoft.com/office/drawing/2014/main" id="{8FB8CCAC-1988-4132-83F6-9D73E907602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4" t="54372" b="32288"/>
          <a:stretch>
            <a:fillRect/>
          </a:stretch>
        </p:blipFill>
        <p:spPr>
          <a:xfrm>
            <a:off x="772160" y="5384800"/>
            <a:ext cx="9062720" cy="139191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7EEADA8-E404-B777-AE95-7FA6F878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55" b="31647"/>
          <a:stretch>
            <a:fillRect/>
          </a:stretch>
        </p:blipFill>
        <p:spPr>
          <a:xfrm>
            <a:off x="4110617" y="5464276"/>
            <a:ext cx="3164495" cy="1546196"/>
          </a:xfrm>
          <a:prstGeom prst="rect">
            <a:avLst/>
          </a:prstGeom>
        </p:spPr>
      </p:pic>
      <p:pic>
        <p:nvPicPr>
          <p:cNvPr id="20" name="Imagen 19" descr="Captura de pantalla 2026-03-05 124806">
            <a:extLst>
              <a:ext uri="{FF2B5EF4-FFF2-40B4-BE49-F238E27FC236}">
                <a16:creationId xmlns:a16="http://schemas.microsoft.com/office/drawing/2014/main" id="{187BC833-541D-8AF8-0587-B32CEF1715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2" t="79694" r="80647" b="13010"/>
          <a:stretch>
            <a:fillRect/>
          </a:stretch>
        </p:blipFill>
        <p:spPr>
          <a:xfrm>
            <a:off x="1459412" y="4884673"/>
            <a:ext cx="1051034" cy="500127"/>
          </a:xfrm>
          <a:prstGeom prst="rect">
            <a:avLst/>
          </a:prstGeom>
        </p:spPr>
      </p:pic>
      <p:pic>
        <p:nvPicPr>
          <p:cNvPr id="1030" name="Picture 6" descr="COINSAMATIK – Más de 25 años proporcionando soluciones">
            <a:extLst>
              <a:ext uri="{FF2B5EF4-FFF2-40B4-BE49-F238E27FC236}">
                <a16:creationId xmlns:a16="http://schemas.microsoft.com/office/drawing/2014/main" id="{AB0494A8-2F33-44A5-E287-62DB24014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627" y="5384800"/>
            <a:ext cx="1444438" cy="1391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90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4850">
            <a:extLst>
              <a:ext uri="{FF2B5EF4-FFF2-40B4-BE49-F238E27FC236}">
                <a16:creationId xmlns:a16="http://schemas.microsoft.com/office/drawing/2014/main" id="{941B0DD7-FFF3-40BF-13D6-ACD76C2A34C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0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4917">
            <a:extLst>
              <a:ext uri="{FF2B5EF4-FFF2-40B4-BE49-F238E27FC236}">
                <a16:creationId xmlns:a16="http://schemas.microsoft.com/office/drawing/2014/main" id="{67D3C601-9229-96B7-4C08-FB8B46BABD0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8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4930">
            <a:extLst>
              <a:ext uri="{FF2B5EF4-FFF2-40B4-BE49-F238E27FC236}">
                <a16:creationId xmlns:a16="http://schemas.microsoft.com/office/drawing/2014/main" id="{DA44765E-6AE2-065F-9DBD-CE09FCA252A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4940">
            <a:extLst>
              <a:ext uri="{FF2B5EF4-FFF2-40B4-BE49-F238E27FC236}">
                <a16:creationId xmlns:a16="http://schemas.microsoft.com/office/drawing/2014/main" id="{DDD1AC1A-DA7A-A725-2177-4D8AD0506A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5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4947">
            <a:extLst>
              <a:ext uri="{FF2B5EF4-FFF2-40B4-BE49-F238E27FC236}">
                <a16:creationId xmlns:a16="http://schemas.microsoft.com/office/drawing/2014/main" id="{42EC431B-7840-6D62-BEBC-00A08E405D5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3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4951">
            <a:extLst>
              <a:ext uri="{FF2B5EF4-FFF2-40B4-BE49-F238E27FC236}">
                <a16:creationId xmlns:a16="http://schemas.microsoft.com/office/drawing/2014/main" id="{92718253-F393-0B9A-8006-8454612FFD5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34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4955">
            <a:extLst>
              <a:ext uri="{FF2B5EF4-FFF2-40B4-BE49-F238E27FC236}">
                <a16:creationId xmlns:a16="http://schemas.microsoft.com/office/drawing/2014/main" id="{32F85D1B-03F4-0D6E-B635-6302BBDBE41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20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5000">
            <a:extLst>
              <a:ext uri="{FF2B5EF4-FFF2-40B4-BE49-F238E27FC236}">
                <a16:creationId xmlns:a16="http://schemas.microsoft.com/office/drawing/2014/main" id="{90239ACC-8B73-4F46-7E01-FA325195AF6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2026-03-05 125006">
            <a:extLst>
              <a:ext uri="{FF2B5EF4-FFF2-40B4-BE49-F238E27FC236}">
                <a16:creationId xmlns:a16="http://schemas.microsoft.com/office/drawing/2014/main" id="{B8C313C1-8677-3DF2-9A47-53FEF0AE79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86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Antonio Jacobo Sanchez (MMH)</dc:creator>
  <cp:lastModifiedBy>Marco Antonio Jacobo Sanchez (MMH)</cp:lastModifiedBy>
  <cp:revision>1</cp:revision>
  <dcterms:created xsi:type="dcterms:W3CDTF">2026-03-05T19:52:45Z</dcterms:created>
  <dcterms:modified xsi:type="dcterms:W3CDTF">2026-03-05T20:39:02Z</dcterms:modified>
</cp:coreProperties>
</file>